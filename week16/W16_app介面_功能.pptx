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0A48F-9234-4D2A-B184-B2674EFF4E34}" v="17" dt="2026-06-13T16:05:24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767129D4-217B-4845-811C-654662573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8" y="895350"/>
            <a:ext cx="93440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744BAF-49B1-E546-049B-5047753C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E9ADAFCA-5DDF-4160-9017-BDDD15091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99" y="1380210"/>
            <a:ext cx="11889287" cy="52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8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E76242-2F57-21D2-17F0-29FA3E33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A373BE87-D194-93E0-09C0-BD6609E67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01" y="844420"/>
            <a:ext cx="11871597" cy="517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1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2026-06-13T16:02:41Z</dcterms:created>
  <dcterms:modified xsi:type="dcterms:W3CDTF">2026-06-13T16:06:12Z</dcterms:modified>
</cp:coreProperties>
</file>